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27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858000" y="640080"/>
            <a:ext cx="1645920" cy="1645920"/>
          </a:xfrm>
          <a:prstGeom prst="rect">
            <a:avLst/>
          </a:prstGeom>
          <a:solidFill>
            <a:srgbClr val="66BB6A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Logística Inteligente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Reduzindo CO₂ através de Ciência de Dados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2286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3205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Bárbara Letícia &amp; Luis Eduardo | Ciência de Dados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Desafio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81C7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das emissões globais de CO₂ vêm do setor de transporte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4688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3383280"/>
            <a:ext cx="914400" cy="9144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Rotas Ineficientes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3200400"/>
            <a:ext cx="24688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3383280"/>
            <a:ext cx="914400" cy="9144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Baixa Ocupação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3200400"/>
            <a:ext cx="246888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3383280"/>
            <a:ext cx="914400" cy="9144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3383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43434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</a:rPr>
              <a:t>Alto Custo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Nossa Solução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16161"/>
                </a:solidFill>
              </a:rPr>
              <a:t>Sistema inteligente de otimização de rotas com Ciência de Dados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48840"/>
            <a:ext cx="914400" cy="9144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D1A"/>
                </a:solidFill>
              </a:rPr>
              <a:t>Algoritmos de Otimização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OR-Tools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Minimização de distância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1376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Agrupamento geográfico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468880" cy="2560320"/>
          </a:xfrm>
          <a:prstGeom prst="rect">
            <a:avLst/>
          </a:prstGeom>
          <a:solidFill>
            <a:srgbClr val="2C5F2D"/>
          </a:solidFill>
          <a:ln w="25400"/>
        </p:spPr>
      </p:sp>
      <p:sp>
        <p:nvSpPr>
          <p:cNvPr id="12" name="Shape 10"/>
          <p:cNvSpPr/>
          <p:nvPr/>
        </p:nvSpPr>
        <p:spPr>
          <a:xfrm>
            <a:off x="4114800" y="2148840"/>
            <a:ext cx="914400" cy="91440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72491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• Previsão de CO₂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39903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• Análise de padrões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4480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• Otimização contínua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920240"/>
            <a:ext cx="24688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148840"/>
            <a:ext cx="914400" cy="9144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63640" y="3200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D1A"/>
                </a:solidFill>
              </a:rPr>
              <a:t>Tempo Real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Dashboard web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090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Ajustes dinâmicos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41427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• Monitoramento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Stack Tecnológico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1A"/>
                </a:solidFill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4173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Linguagem 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1A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56032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1A"/>
                </a:solidFill>
              </a:rPr>
              <a:t>OR-Tools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Otimização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1A"/>
                </a:solidFill>
              </a:rPr>
              <a:t>TensorFlow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3200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79476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D1A"/>
                </a:solidFill>
              </a:rPr>
              <a:t>AWS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651760" y="3794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Cloud escalável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Arquitetura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937760" y="2103120"/>
            <a:ext cx="411480" cy="41148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D1A"/>
                </a:solidFill>
              </a:rPr>
              <a:t>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21031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Coleta de Dados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231343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GPS e tráfego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2834640"/>
            <a:ext cx="411480" cy="41148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D1A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86400" y="2834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Processamento ML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3044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Otimização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3566160"/>
            <a:ext cx="411480" cy="411480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3D1A"/>
                </a:solidFill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86400" y="35661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0" y="37764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Mensurável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657600" cy="1097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1A"/>
                </a:solidFill>
              </a:rPr>
              <a:t>Redução CO₂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Menos emissões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463040"/>
            <a:ext cx="3657600" cy="1097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1A"/>
                </a:solidFill>
              </a:rPr>
              <a:t>Economia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Combustível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0400"/>
            <a:ext cx="3657600" cy="1097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1A"/>
                </a:solidFill>
              </a:rPr>
              <a:t>Distância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Menos km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365760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66BB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200400"/>
            <a:ext cx="3657600" cy="10972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429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C5F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D1A"/>
                </a:solidFill>
              </a:rPr>
              <a:t>Ocupação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42976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Eficiência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1640" y="465175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Ambiental Real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05840" y="1371600"/>
            <a:ext cx="7132320" cy="1371600"/>
          </a:xfrm>
          <a:prstGeom prst="rect">
            <a:avLst/>
          </a:prstGeom>
          <a:solidFill>
            <a:srgbClr val="FFFFFF">
              <a:alpha val="90000"/>
            </a:srgbClr>
          </a:solidFill>
          <a:ln w="50800">
            <a:solidFill>
              <a:srgbClr val="81C7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chemeClr val="accent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450</a:t>
            </a:r>
            <a:endParaRPr lang="en-US" sz="7200" dirty="0">
              <a:solidFill>
                <a:schemeClr val="accent6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6"/>
                </a:solidFill>
              </a:rPr>
              <a:t>toneladas de CO₂ evitadas por ano</a:t>
            </a:r>
            <a:endParaRPr lang="en-US" sz="2000" dirty="0">
              <a:solidFill>
                <a:schemeClr val="accent6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286000" cy="1188720"/>
          </a:xfrm>
          <a:prstGeom prst="rect">
            <a:avLst/>
          </a:prstGeom>
          <a:solidFill>
            <a:srgbClr val="1A3D1A"/>
          </a:solidFill>
          <a:ln w="38100">
            <a:solidFill>
              <a:srgbClr val="81C7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C784"/>
                </a:solidFill>
              </a:rPr>
              <a:t>3.000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Árvores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041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</a:rPr>
              <a:t>plantadas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286000" cy="1188720"/>
          </a:xfrm>
          <a:prstGeom prst="rect">
            <a:avLst/>
          </a:prstGeom>
          <a:solidFill>
            <a:srgbClr val="1A3D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R$ 380k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Economia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041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</a:rPr>
              <a:t>por ano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286000" cy="1188720"/>
          </a:xfrm>
          <a:prstGeom prst="rect">
            <a:avLst/>
          </a:prstGeom>
          <a:solidFill>
            <a:srgbClr val="1A3D1A"/>
          </a:solidFill>
          <a:ln w="38100">
            <a:solidFill>
              <a:srgbClr val="81C7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83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C784"/>
                </a:solidFill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3794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Metas ESG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40416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</a:rPr>
              <a:t>alinhado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Vantagem Competitiva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44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Diferenciação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Liderança sustentável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411480" cy="41148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762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Redução de Custos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Eficiência operacional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26080"/>
            <a:ext cx="411480" cy="41148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290779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Conformidade ESG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Objetivos ambientais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657600"/>
            <a:ext cx="411480" cy="41148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Escalabilidade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388620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Cresce com a operação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3840480" cy="3017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81C7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4983480" y="21945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Sustentabilidade não é apenas o futuro.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 a vantagem competitiva de hoje.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 </a:t>
            </a:r>
            <a:r>
              <a:rPr lang="en-US" sz="4000" b="1" dirty="0" err="1">
                <a:solidFill>
                  <a:srgbClr val="1A3D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Implementação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48132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7190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6161"/>
                </a:solidFill>
              </a:rPr>
              <a:t>Mês 1-2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Setup &amp; Integração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171907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Coleta e integração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80467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2585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4963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6161"/>
                </a:solidFill>
              </a:rPr>
              <a:t>Mês 3-4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258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Desenvolvimento ML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24963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Modelos e otimização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017520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25880" y="30358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3273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6161"/>
                </a:solidFill>
              </a:rPr>
              <a:t>Mês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035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Testes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77440" y="327355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Validação controlada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730752"/>
            <a:ext cx="80467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BB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325880" y="3813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</a:rPr>
              <a:t>Fase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0507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16161"/>
                </a:solidFill>
              </a:rPr>
              <a:t>Mês 6+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813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D1A"/>
                </a:solidFill>
              </a:rPr>
              <a:t>Deploy &amp; 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377440" y="405079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16161"/>
                </a:solidFill>
              </a:rPr>
              <a:t>Implementação completa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Vamos Transformar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Sua Logística?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1C784"/>
                </a:solidFill>
              </a:rPr>
              <a:t>Reduza custos • Diminua emissões • Lidere o mercado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108960" y="3383280"/>
            <a:ext cx="2926080" cy="6400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Agende uma demonstração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0919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Bárbara Letícia &amp; Luis Eduardo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662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290</Words>
  <Application>Microsoft Office PowerPoint</Application>
  <PresentationFormat>Apresentação na tela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Logística Inteligente - Pitch</dc:title>
  <dc:subject>PptxGenJS Presentation</dc:subject>
  <dc:creator>Bárbara Letícia &amp; Luis Eduardo</dc:creator>
  <cp:lastModifiedBy>Bárbara Leticia Soares Cavalcanti</cp:lastModifiedBy>
  <cp:revision>2</cp:revision>
  <dcterms:created xsi:type="dcterms:W3CDTF">2026-02-11T12:02:39Z</dcterms:created>
  <dcterms:modified xsi:type="dcterms:W3CDTF">2026-02-11T12:21:09Z</dcterms:modified>
</cp:coreProperties>
</file>